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311813" cy="7218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5C5"/>
    <a:srgbClr val="EB6363"/>
    <a:srgbClr val="FFEFEF"/>
    <a:srgbClr val="FE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50" d="100"/>
          <a:sy n="50" d="100"/>
        </p:scale>
        <p:origin x="524" y="1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8977" y="1181339"/>
            <a:ext cx="13733860" cy="2513060"/>
          </a:xfrm>
        </p:spPr>
        <p:txBody>
          <a:bodyPr anchor="b"/>
          <a:lstStyle>
            <a:lvl1pPr algn="ctr">
              <a:defRPr sz="6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8977" y="3791312"/>
            <a:ext cx="13733860" cy="1742766"/>
          </a:xfrm>
        </p:spPr>
        <p:txBody>
          <a:bodyPr/>
          <a:lstStyle>
            <a:lvl1pPr marL="0" indent="0" algn="ctr">
              <a:buNone/>
              <a:defRPr sz="2526"/>
            </a:lvl1pPr>
            <a:lvl2pPr marL="481203" indent="0" algn="ctr">
              <a:buNone/>
              <a:defRPr sz="2105"/>
            </a:lvl2pPr>
            <a:lvl3pPr marL="962406" indent="0" algn="ctr">
              <a:buNone/>
              <a:defRPr sz="1895"/>
            </a:lvl3pPr>
            <a:lvl4pPr marL="1443609" indent="0" algn="ctr">
              <a:buNone/>
              <a:defRPr sz="1684"/>
            </a:lvl4pPr>
            <a:lvl5pPr marL="1924812" indent="0" algn="ctr">
              <a:buNone/>
              <a:defRPr sz="1684"/>
            </a:lvl5pPr>
            <a:lvl6pPr marL="2406015" indent="0" algn="ctr">
              <a:buNone/>
              <a:defRPr sz="1684"/>
            </a:lvl6pPr>
            <a:lvl7pPr marL="2887218" indent="0" algn="ctr">
              <a:buNone/>
              <a:defRPr sz="1684"/>
            </a:lvl7pPr>
            <a:lvl8pPr marL="3368421" indent="0" algn="ctr">
              <a:buNone/>
              <a:defRPr sz="1684"/>
            </a:lvl8pPr>
            <a:lvl9pPr marL="3849624" indent="0" algn="ctr">
              <a:buNone/>
              <a:defRPr sz="168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8DD8-FA09-416A-BAB6-5493BB863C60}" type="datetimeFigureOut">
              <a:rPr lang="en-SG" smtClean="0"/>
              <a:t>21/8/2026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AF41-7591-4800-8CCB-A324349EF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70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8DD8-FA09-416A-BAB6-5493BB863C60}" type="datetimeFigureOut">
              <a:rPr lang="en-SG" smtClean="0"/>
              <a:t>21/8/2026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AF41-7591-4800-8CCB-A324349EF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6374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9400" y="1799579"/>
            <a:ext cx="15793939" cy="3002638"/>
          </a:xfrm>
        </p:spPr>
        <p:txBody>
          <a:bodyPr anchor="b"/>
          <a:lstStyle>
            <a:lvl1pPr>
              <a:defRPr sz="6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9400" y="4830623"/>
            <a:ext cx="15793939" cy="1579016"/>
          </a:xfrm>
        </p:spPr>
        <p:txBody>
          <a:bodyPr/>
          <a:lstStyle>
            <a:lvl1pPr marL="0" indent="0">
              <a:buNone/>
              <a:defRPr sz="2526">
                <a:solidFill>
                  <a:schemeClr val="tx1">
                    <a:tint val="82000"/>
                  </a:schemeClr>
                </a:solidFill>
              </a:defRPr>
            </a:lvl1pPr>
            <a:lvl2pPr marL="481203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2pPr>
            <a:lvl3pPr marL="962406" indent="0">
              <a:buNone/>
              <a:defRPr sz="1895">
                <a:solidFill>
                  <a:schemeClr val="tx1">
                    <a:tint val="82000"/>
                  </a:schemeClr>
                </a:solidFill>
              </a:defRPr>
            </a:lvl3pPr>
            <a:lvl4pPr marL="1443609" indent="0">
              <a:buNone/>
              <a:defRPr sz="1684">
                <a:solidFill>
                  <a:schemeClr val="tx1">
                    <a:tint val="82000"/>
                  </a:schemeClr>
                </a:solidFill>
              </a:defRPr>
            </a:lvl4pPr>
            <a:lvl5pPr marL="1924812" indent="0">
              <a:buNone/>
              <a:defRPr sz="1684">
                <a:solidFill>
                  <a:schemeClr val="tx1">
                    <a:tint val="82000"/>
                  </a:schemeClr>
                </a:solidFill>
              </a:defRPr>
            </a:lvl5pPr>
            <a:lvl6pPr marL="2406015" indent="0">
              <a:buNone/>
              <a:defRPr sz="1684">
                <a:solidFill>
                  <a:schemeClr val="tx1">
                    <a:tint val="82000"/>
                  </a:schemeClr>
                </a:solidFill>
              </a:defRPr>
            </a:lvl6pPr>
            <a:lvl7pPr marL="2887218" indent="0">
              <a:buNone/>
              <a:defRPr sz="1684">
                <a:solidFill>
                  <a:schemeClr val="tx1">
                    <a:tint val="82000"/>
                  </a:schemeClr>
                </a:solidFill>
              </a:defRPr>
            </a:lvl7pPr>
            <a:lvl8pPr marL="3368421" indent="0">
              <a:buNone/>
              <a:defRPr sz="1684">
                <a:solidFill>
                  <a:schemeClr val="tx1">
                    <a:tint val="82000"/>
                  </a:schemeClr>
                </a:solidFill>
              </a:defRPr>
            </a:lvl8pPr>
            <a:lvl9pPr marL="3849624" indent="0">
              <a:buNone/>
              <a:defRPr sz="16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8DD8-FA09-416A-BAB6-5493BB863C60}" type="datetimeFigureOut">
              <a:rPr lang="en-SG" smtClean="0"/>
              <a:t>21/8/2026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AF41-7591-4800-8CCB-A324349EF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391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8937" y="1921555"/>
            <a:ext cx="7782521" cy="4579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70355" y="1921555"/>
            <a:ext cx="7782521" cy="4579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8DD8-FA09-416A-BAB6-5493BB863C60}" type="datetimeFigureOut">
              <a:rPr lang="en-SG" smtClean="0"/>
              <a:t>21/8/2026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AF41-7591-4800-8CCB-A324349EF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004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322" y="384311"/>
            <a:ext cx="15793939" cy="13952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323" y="1769502"/>
            <a:ext cx="7746755" cy="867206"/>
          </a:xfrm>
        </p:spPr>
        <p:txBody>
          <a:bodyPr anchor="b"/>
          <a:lstStyle>
            <a:lvl1pPr marL="0" indent="0">
              <a:buNone/>
              <a:defRPr sz="2526" b="1"/>
            </a:lvl1pPr>
            <a:lvl2pPr marL="481203" indent="0">
              <a:buNone/>
              <a:defRPr sz="2105" b="1"/>
            </a:lvl2pPr>
            <a:lvl3pPr marL="962406" indent="0">
              <a:buNone/>
              <a:defRPr sz="1895" b="1"/>
            </a:lvl3pPr>
            <a:lvl4pPr marL="1443609" indent="0">
              <a:buNone/>
              <a:defRPr sz="1684" b="1"/>
            </a:lvl4pPr>
            <a:lvl5pPr marL="1924812" indent="0">
              <a:buNone/>
              <a:defRPr sz="1684" b="1"/>
            </a:lvl5pPr>
            <a:lvl6pPr marL="2406015" indent="0">
              <a:buNone/>
              <a:defRPr sz="1684" b="1"/>
            </a:lvl6pPr>
            <a:lvl7pPr marL="2887218" indent="0">
              <a:buNone/>
              <a:defRPr sz="1684" b="1"/>
            </a:lvl7pPr>
            <a:lvl8pPr marL="3368421" indent="0">
              <a:buNone/>
              <a:defRPr sz="1684" b="1"/>
            </a:lvl8pPr>
            <a:lvl9pPr marL="3849624" indent="0">
              <a:buNone/>
              <a:defRPr sz="16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323" y="2636707"/>
            <a:ext cx="7746755" cy="38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70355" y="1769502"/>
            <a:ext cx="7784906" cy="867206"/>
          </a:xfrm>
        </p:spPr>
        <p:txBody>
          <a:bodyPr anchor="b"/>
          <a:lstStyle>
            <a:lvl1pPr marL="0" indent="0">
              <a:buNone/>
              <a:defRPr sz="2526" b="1"/>
            </a:lvl1pPr>
            <a:lvl2pPr marL="481203" indent="0">
              <a:buNone/>
              <a:defRPr sz="2105" b="1"/>
            </a:lvl2pPr>
            <a:lvl3pPr marL="962406" indent="0">
              <a:buNone/>
              <a:defRPr sz="1895" b="1"/>
            </a:lvl3pPr>
            <a:lvl4pPr marL="1443609" indent="0">
              <a:buNone/>
              <a:defRPr sz="1684" b="1"/>
            </a:lvl4pPr>
            <a:lvl5pPr marL="1924812" indent="0">
              <a:buNone/>
              <a:defRPr sz="1684" b="1"/>
            </a:lvl5pPr>
            <a:lvl6pPr marL="2406015" indent="0">
              <a:buNone/>
              <a:defRPr sz="1684" b="1"/>
            </a:lvl6pPr>
            <a:lvl7pPr marL="2887218" indent="0">
              <a:buNone/>
              <a:defRPr sz="1684" b="1"/>
            </a:lvl7pPr>
            <a:lvl8pPr marL="3368421" indent="0">
              <a:buNone/>
              <a:defRPr sz="1684" b="1"/>
            </a:lvl8pPr>
            <a:lvl9pPr marL="3849624" indent="0">
              <a:buNone/>
              <a:defRPr sz="16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70355" y="2636707"/>
            <a:ext cx="7784906" cy="38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8DD8-FA09-416A-BAB6-5493BB863C60}" type="datetimeFigureOut">
              <a:rPr lang="en-SG" smtClean="0"/>
              <a:t>21/8/2026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AF41-7591-4800-8CCB-A324349EF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346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8DD8-FA09-416A-BAB6-5493BB863C60}" type="datetimeFigureOut">
              <a:rPr lang="en-SG" smtClean="0"/>
              <a:t>21/8/2026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AF41-7591-4800-8CCB-A324349EF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0622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8DD8-FA09-416A-BAB6-5493BB863C60}" type="datetimeFigureOut">
              <a:rPr lang="en-SG" smtClean="0"/>
              <a:t>21/8/2026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AF41-7591-4800-8CCB-A324349EF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0850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323" y="481224"/>
            <a:ext cx="5906036" cy="1684285"/>
          </a:xfrm>
        </p:spPr>
        <p:txBody>
          <a:bodyPr anchor="b"/>
          <a:lstStyle>
            <a:lvl1pPr>
              <a:defRPr sz="33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4906" y="1039311"/>
            <a:ext cx="9270355" cy="5129716"/>
          </a:xfrm>
        </p:spPr>
        <p:txBody>
          <a:bodyPr/>
          <a:lstStyle>
            <a:lvl1pPr>
              <a:defRPr sz="3368"/>
            </a:lvl1pPr>
            <a:lvl2pPr>
              <a:defRPr sz="2947"/>
            </a:lvl2pPr>
            <a:lvl3pPr>
              <a:defRPr sz="2526"/>
            </a:lvl3pPr>
            <a:lvl4pPr>
              <a:defRPr sz="2105"/>
            </a:lvl4pPr>
            <a:lvl5pPr>
              <a:defRPr sz="2105"/>
            </a:lvl5pPr>
            <a:lvl6pPr>
              <a:defRPr sz="2105"/>
            </a:lvl6pPr>
            <a:lvl7pPr>
              <a:defRPr sz="2105"/>
            </a:lvl7pPr>
            <a:lvl8pPr>
              <a:defRPr sz="2105"/>
            </a:lvl8pPr>
            <a:lvl9pPr>
              <a:defRPr sz="21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1323" y="2165509"/>
            <a:ext cx="5906036" cy="4011873"/>
          </a:xfrm>
        </p:spPr>
        <p:txBody>
          <a:bodyPr/>
          <a:lstStyle>
            <a:lvl1pPr marL="0" indent="0">
              <a:buNone/>
              <a:defRPr sz="1684"/>
            </a:lvl1pPr>
            <a:lvl2pPr marL="481203" indent="0">
              <a:buNone/>
              <a:defRPr sz="1474"/>
            </a:lvl2pPr>
            <a:lvl3pPr marL="962406" indent="0">
              <a:buNone/>
              <a:defRPr sz="1263"/>
            </a:lvl3pPr>
            <a:lvl4pPr marL="1443609" indent="0">
              <a:buNone/>
              <a:defRPr sz="1053"/>
            </a:lvl4pPr>
            <a:lvl5pPr marL="1924812" indent="0">
              <a:buNone/>
              <a:defRPr sz="1053"/>
            </a:lvl5pPr>
            <a:lvl6pPr marL="2406015" indent="0">
              <a:buNone/>
              <a:defRPr sz="1053"/>
            </a:lvl6pPr>
            <a:lvl7pPr marL="2887218" indent="0">
              <a:buNone/>
              <a:defRPr sz="1053"/>
            </a:lvl7pPr>
            <a:lvl8pPr marL="3368421" indent="0">
              <a:buNone/>
              <a:defRPr sz="1053"/>
            </a:lvl8pPr>
            <a:lvl9pPr marL="3849624" indent="0">
              <a:buNone/>
              <a:defRPr sz="10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8DD8-FA09-416A-BAB6-5493BB863C60}" type="datetimeFigureOut">
              <a:rPr lang="en-SG" smtClean="0"/>
              <a:t>21/8/2026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AF41-7591-4800-8CCB-A324349EF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299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323" y="481224"/>
            <a:ext cx="5906036" cy="1684285"/>
          </a:xfrm>
        </p:spPr>
        <p:txBody>
          <a:bodyPr anchor="b"/>
          <a:lstStyle>
            <a:lvl1pPr>
              <a:defRPr sz="33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84906" y="1039311"/>
            <a:ext cx="9270355" cy="5129716"/>
          </a:xfrm>
        </p:spPr>
        <p:txBody>
          <a:bodyPr anchor="t"/>
          <a:lstStyle>
            <a:lvl1pPr marL="0" indent="0">
              <a:buNone/>
              <a:defRPr sz="3368"/>
            </a:lvl1pPr>
            <a:lvl2pPr marL="481203" indent="0">
              <a:buNone/>
              <a:defRPr sz="2947"/>
            </a:lvl2pPr>
            <a:lvl3pPr marL="962406" indent="0">
              <a:buNone/>
              <a:defRPr sz="2526"/>
            </a:lvl3pPr>
            <a:lvl4pPr marL="1443609" indent="0">
              <a:buNone/>
              <a:defRPr sz="2105"/>
            </a:lvl4pPr>
            <a:lvl5pPr marL="1924812" indent="0">
              <a:buNone/>
              <a:defRPr sz="2105"/>
            </a:lvl5pPr>
            <a:lvl6pPr marL="2406015" indent="0">
              <a:buNone/>
              <a:defRPr sz="2105"/>
            </a:lvl6pPr>
            <a:lvl7pPr marL="2887218" indent="0">
              <a:buNone/>
              <a:defRPr sz="2105"/>
            </a:lvl7pPr>
            <a:lvl8pPr marL="3368421" indent="0">
              <a:buNone/>
              <a:defRPr sz="2105"/>
            </a:lvl8pPr>
            <a:lvl9pPr marL="3849624" indent="0">
              <a:buNone/>
              <a:defRPr sz="21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1323" y="2165509"/>
            <a:ext cx="5906036" cy="4011873"/>
          </a:xfrm>
        </p:spPr>
        <p:txBody>
          <a:bodyPr/>
          <a:lstStyle>
            <a:lvl1pPr marL="0" indent="0">
              <a:buNone/>
              <a:defRPr sz="1684"/>
            </a:lvl1pPr>
            <a:lvl2pPr marL="481203" indent="0">
              <a:buNone/>
              <a:defRPr sz="1474"/>
            </a:lvl2pPr>
            <a:lvl3pPr marL="962406" indent="0">
              <a:buNone/>
              <a:defRPr sz="1263"/>
            </a:lvl3pPr>
            <a:lvl4pPr marL="1443609" indent="0">
              <a:buNone/>
              <a:defRPr sz="1053"/>
            </a:lvl4pPr>
            <a:lvl5pPr marL="1924812" indent="0">
              <a:buNone/>
              <a:defRPr sz="1053"/>
            </a:lvl5pPr>
            <a:lvl6pPr marL="2406015" indent="0">
              <a:buNone/>
              <a:defRPr sz="1053"/>
            </a:lvl6pPr>
            <a:lvl7pPr marL="2887218" indent="0">
              <a:buNone/>
              <a:defRPr sz="1053"/>
            </a:lvl7pPr>
            <a:lvl8pPr marL="3368421" indent="0">
              <a:buNone/>
              <a:defRPr sz="1053"/>
            </a:lvl8pPr>
            <a:lvl9pPr marL="3849624" indent="0">
              <a:buNone/>
              <a:defRPr sz="10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8DD8-FA09-416A-BAB6-5493BB863C60}" type="datetimeFigureOut">
              <a:rPr lang="en-SG" smtClean="0"/>
              <a:t>21/8/2026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AF41-7591-4800-8CCB-A324349EF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510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8DD8-FA09-416A-BAB6-5493BB863C60}" type="datetimeFigureOut">
              <a:rPr lang="en-SG" smtClean="0"/>
              <a:t>21/8/2026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AF41-7591-4800-8CCB-A324349EF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9245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04391" y="384311"/>
            <a:ext cx="3948485" cy="61172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8937" y="384311"/>
            <a:ext cx="11616556" cy="61172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8DD8-FA09-416A-BAB6-5493BB863C60}" type="datetimeFigureOut">
              <a:rPr lang="en-SG" smtClean="0"/>
              <a:t>21/8/2026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AF41-7591-4800-8CCB-A324349EF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86663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8937" y="384311"/>
            <a:ext cx="15793939" cy="1395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937" y="1921555"/>
            <a:ext cx="15793939" cy="4579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8937" y="6690354"/>
            <a:ext cx="4120158" cy="38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A8DD8-FA09-416A-BAB6-5493BB863C60}" type="datetimeFigureOut">
              <a:rPr lang="en-SG" smtClean="0"/>
              <a:t>21/8/2026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65788" y="6690354"/>
            <a:ext cx="6180237" cy="38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32718" y="6690354"/>
            <a:ext cx="4120158" cy="38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FAF41-7591-4800-8CCB-A324349EF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4295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2406" rtl="0" eaLnBrk="1" latinLnBrk="0" hangingPunct="1">
        <a:lnSpc>
          <a:spcPct val="90000"/>
        </a:lnSpc>
        <a:spcBef>
          <a:spcPct val="0"/>
        </a:spcBef>
        <a:buNone/>
        <a:defRPr sz="463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602" indent="-240602" algn="l" defTabSz="962406" rtl="0" eaLnBrk="1" latinLnBrk="0" hangingPunct="1">
        <a:lnSpc>
          <a:spcPct val="90000"/>
        </a:lnSpc>
        <a:spcBef>
          <a:spcPts val="1053"/>
        </a:spcBef>
        <a:buFont typeface="Arial" panose="020B0604020202020204" pitchFamily="34" charset="0"/>
        <a:buChar char="•"/>
        <a:defRPr sz="2947" kern="1200">
          <a:solidFill>
            <a:schemeClr val="tx1"/>
          </a:solidFill>
          <a:latin typeface="+mn-lt"/>
          <a:ea typeface="+mn-ea"/>
          <a:cs typeface="+mn-cs"/>
        </a:defRPr>
      </a:lvl1pPr>
      <a:lvl2pPr marL="721805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2526" kern="1200">
          <a:solidFill>
            <a:schemeClr val="tx1"/>
          </a:solidFill>
          <a:latin typeface="+mn-lt"/>
          <a:ea typeface="+mn-ea"/>
          <a:cs typeface="+mn-cs"/>
        </a:defRPr>
      </a:lvl2pPr>
      <a:lvl3pPr marL="1203008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84211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4pPr>
      <a:lvl5pPr marL="2165414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5pPr>
      <a:lvl6pPr marL="2646617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6pPr>
      <a:lvl7pPr marL="3127820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7pPr>
      <a:lvl8pPr marL="3609023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8pPr>
      <a:lvl9pPr marL="4090226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1pPr>
      <a:lvl2pPr marL="481203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2pPr>
      <a:lvl3pPr marL="962406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443609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4pPr>
      <a:lvl5pPr marL="1924812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5pPr>
      <a:lvl6pPr marL="2406015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6pPr>
      <a:lvl7pPr marL="2887218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7pPr>
      <a:lvl8pPr marL="3368421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8pPr>
      <a:lvl9pPr marL="3849624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5C8576-6BBB-332A-7E0B-9914704B14C1}"/>
              </a:ext>
            </a:extLst>
          </p:cNvPr>
          <p:cNvSpPr txBox="1"/>
          <p:nvPr/>
        </p:nvSpPr>
        <p:spPr>
          <a:xfrm>
            <a:off x="0" y="917693"/>
            <a:ext cx="5559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400" dirty="0">
                <a:latin typeface="Gill Sans Nova" panose="020B0602020104020203" pitchFamily="34" charset="0"/>
                <a:cs typeface="Arial" panose="020B0604020202020204" pitchFamily="34" charset="0"/>
              </a:rPr>
              <a:t>Degree centrality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64F20-5092-A16F-6E7A-9D0490535B7D}"/>
              </a:ext>
            </a:extLst>
          </p:cNvPr>
          <p:cNvSpPr txBox="1"/>
          <p:nvPr/>
        </p:nvSpPr>
        <p:spPr>
          <a:xfrm>
            <a:off x="6376131" y="917693"/>
            <a:ext cx="5559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400" dirty="0">
                <a:latin typeface="Gill Sans Nova" panose="020B0602020104020203" pitchFamily="34" charset="0"/>
                <a:cs typeface="Arial" panose="020B0604020202020204" pitchFamily="34" charset="0"/>
              </a:rPr>
              <a:t>Betweenness centrality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694BC-E7FB-EE1D-50C5-046C7D56CBD1}"/>
              </a:ext>
            </a:extLst>
          </p:cNvPr>
          <p:cNvSpPr txBox="1"/>
          <p:nvPr/>
        </p:nvSpPr>
        <p:spPr>
          <a:xfrm>
            <a:off x="12752262" y="917693"/>
            <a:ext cx="5559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400" dirty="0">
                <a:latin typeface="Gill Sans Nova" panose="020B0602020104020203" pitchFamily="34" charset="0"/>
                <a:cs typeface="Arial" panose="020B0604020202020204" pitchFamily="34" charset="0"/>
              </a:rPr>
              <a:t>Closeness centrality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D610BB-1707-7062-7D00-C8D366ED164C}"/>
              </a:ext>
            </a:extLst>
          </p:cNvPr>
          <p:cNvSpPr/>
          <p:nvPr/>
        </p:nvSpPr>
        <p:spPr>
          <a:xfrm>
            <a:off x="2245207" y="3469279"/>
            <a:ext cx="826816" cy="769441"/>
          </a:xfrm>
          <a:prstGeom prst="ellipse">
            <a:avLst/>
          </a:prstGeom>
          <a:gradFill flip="none" rotWithShape="1">
            <a:gsLst>
              <a:gs pos="24000">
                <a:srgbClr val="EB6363"/>
              </a:gs>
              <a:gs pos="0">
                <a:srgbClr val="FFC5C5"/>
              </a:gs>
              <a:gs pos="55000">
                <a:srgbClr val="C00000"/>
              </a:gs>
              <a:gs pos="100000">
                <a:srgbClr val="C00000"/>
              </a:gs>
            </a:gsLst>
            <a:path path="circle">
              <a:fillToRect l="50000" t="50000" r="50000" b="50000"/>
            </a:path>
            <a:tileRect/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5963B0-82B3-8C2F-7E64-3AECF2085255}"/>
              </a:ext>
            </a:extLst>
          </p:cNvPr>
          <p:cNvCxnSpPr>
            <a:cxnSpLocks/>
            <a:stCxn id="7" idx="2"/>
            <a:endCxn id="12" idx="6"/>
          </p:cNvCxnSpPr>
          <p:nvPr/>
        </p:nvCxnSpPr>
        <p:spPr>
          <a:xfrm flipH="1" flipV="1">
            <a:off x="1476142" y="3853999"/>
            <a:ext cx="769065" cy="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C6803C2-C583-2216-D359-955E47A7EA95}"/>
              </a:ext>
            </a:extLst>
          </p:cNvPr>
          <p:cNvCxnSpPr>
            <a:cxnSpLocks/>
            <a:stCxn id="13" idx="2"/>
            <a:endCxn id="7" idx="6"/>
          </p:cNvCxnSpPr>
          <p:nvPr/>
        </p:nvCxnSpPr>
        <p:spPr>
          <a:xfrm flipH="1">
            <a:off x="3072023" y="3853999"/>
            <a:ext cx="752131" cy="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F3F7010-B6DA-2391-2200-6F82463B9C77}"/>
              </a:ext>
            </a:extLst>
          </p:cNvPr>
          <p:cNvCxnSpPr>
            <a:cxnSpLocks/>
          </p:cNvCxnSpPr>
          <p:nvPr/>
        </p:nvCxnSpPr>
        <p:spPr>
          <a:xfrm rot="3600000" flipH="1" flipV="1">
            <a:off x="1889941" y="3183688"/>
            <a:ext cx="760598" cy="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B1D4F5B-57C0-F8D6-1068-B37E57CBE5B6}"/>
              </a:ext>
            </a:extLst>
          </p:cNvPr>
          <p:cNvCxnSpPr>
            <a:cxnSpLocks/>
          </p:cNvCxnSpPr>
          <p:nvPr/>
        </p:nvCxnSpPr>
        <p:spPr>
          <a:xfrm rot="7200000" flipH="1" flipV="1">
            <a:off x="2734882" y="3230365"/>
            <a:ext cx="760598" cy="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49C0275-E820-6CD5-FA5A-DE8B19C3B173}"/>
              </a:ext>
            </a:extLst>
          </p:cNvPr>
          <p:cNvCxnSpPr>
            <a:cxnSpLocks/>
          </p:cNvCxnSpPr>
          <p:nvPr/>
        </p:nvCxnSpPr>
        <p:spPr>
          <a:xfrm rot="7200000" flipH="1" flipV="1">
            <a:off x="1889941" y="4506832"/>
            <a:ext cx="760598" cy="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8FF7B94-CF29-B005-D09F-C314110494A4}"/>
              </a:ext>
            </a:extLst>
          </p:cNvPr>
          <p:cNvCxnSpPr>
            <a:cxnSpLocks/>
          </p:cNvCxnSpPr>
          <p:nvPr/>
        </p:nvCxnSpPr>
        <p:spPr>
          <a:xfrm rot="3600000" flipH="1" flipV="1">
            <a:off x="2691723" y="4513246"/>
            <a:ext cx="760598" cy="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30E344F-A924-812A-A604-9EFABF4D5AA3}"/>
              </a:ext>
            </a:extLst>
          </p:cNvPr>
          <p:cNvSpPr/>
          <p:nvPr/>
        </p:nvSpPr>
        <p:spPr>
          <a:xfrm>
            <a:off x="1692286" y="2367817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972BD2-585E-F6E9-5468-3656A8D3AAFE}"/>
              </a:ext>
            </a:extLst>
          </p:cNvPr>
          <p:cNvSpPr/>
          <p:nvPr/>
        </p:nvSpPr>
        <p:spPr>
          <a:xfrm>
            <a:off x="3137661" y="2397017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F05182-D2BD-08EE-B98D-77F339D2E358}"/>
              </a:ext>
            </a:extLst>
          </p:cNvPr>
          <p:cNvSpPr/>
          <p:nvPr/>
        </p:nvSpPr>
        <p:spPr>
          <a:xfrm>
            <a:off x="972142" y="3601999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2401B8-9122-E744-0506-717400E20EC6}"/>
              </a:ext>
            </a:extLst>
          </p:cNvPr>
          <p:cNvSpPr/>
          <p:nvPr/>
        </p:nvSpPr>
        <p:spPr>
          <a:xfrm>
            <a:off x="3824154" y="3601999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513A3D6-8DEE-3E91-67A0-7B554A0B9C8B}"/>
              </a:ext>
            </a:extLst>
          </p:cNvPr>
          <p:cNvSpPr/>
          <p:nvPr/>
        </p:nvSpPr>
        <p:spPr>
          <a:xfrm flipV="1">
            <a:off x="1692286" y="4806982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F6D06C6-096D-69DD-7461-BDE046495943}"/>
              </a:ext>
            </a:extLst>
          </p:cNvPr>
          <p:cNvSpPr/>
          <p:nvPr/>
        </p:nvSpPr>
        <p:spPr>
          <a:xfrm flipV="1">
            <a:off x="3137661" y="4806982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0FB4801-4264-ECB2-2E40-654021F6977B}"/>
              </a:ext>
            </a:extLst>
          </p:cNvPr>
          <p:cNvCxnSpPr>
            <a:cxnSpLocks/>
          </p:cNvCxnSpPr>
          <p:nvPr/>
        </p:nvCxnSpPr>
        <p:spPr>
          <a:xfrm flipH="1" flipV="1">
            <a:off x="3022276" y="4009778"/>
            <a:ext cx="1090873" cy="673384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08B839B-380B-7995-BF62-56718EFCFAFF}"/>
              </a:ext>
            </a:extLst>
          </p:cNvPr>
          <p:cNvSpPr txBox="1"/>
          <p:nvPr/>
        </p:nvSpPr>
        <p:spPr>
          <a:xfrm>
            <a:off x="3995174" y="4513246"/>
            <a:ext cx="2041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Nova" panose="020B0602020104020203" pitchFamily="34" charset="0"/>
                <a:cs typeface="Arial" panose="020B0604020202020204" pitchFamily="34" charset="0"/>
              </a:rPr>
              <a:t>Highest DC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C09699A-BED8-DB36-EE33-007740B54336}"/>
              </a:ext>
            </a:extLst>
          </p:cNvPr>
          <p:cNvGrpSpPr/>
          <p:nvPr/>
        </p:nvGrpSpPr>
        <p:grpSpPr>
          <a:xfrm>
            <a:off x="6417749" y="2367817"/>
            <a:ext cx="5452214" cy="2943165"/>
            <a:chOff x="6623168" y="2367817"/>
            <a:chExt cx="5452214" cy="2943165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FCA247D-E659-6088-553C-908EABF19476}"/>
                </a:ext>
              </a:extLst>
            </p:cNvPr>
            <p:cNvGrpSpPr/>
            <p:nvPr/>
          </p:nvGrpSpPr>
          <p:grpSpPr>
            <a:xfrm>
              <a:off x="6623168" y="2367817"/>
              <a:ext cx="2099881" cy="2943165"/>
              <a:chOff x="5817728" y="2367817"/>
              <a:chExt cx="2099881" cy="2943165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1E3778A-0C6A-7364-8906-D9D1E9570923}"/>
                  </a:ext>
                </a:extLst>
              </p:cNvPr>
              <p:cNvSpPr/>
              <p:nvPr/>
            </p:nvSpPr>
            <p:spPr>
              <a:xfrm>
                <a:off x="7090793" y="3469279"/>
                <a:ext cx="826816" cy="769441"/>
              </a:xfrm>
              <a:prstGeom prst="ellipse">
                <a:avLst/>
              </a:prstGeom>
              <a:gradFill>
                <a:gsLst>
                  <a:gs pos="24000">
                    <a:schemeClr val="bg1">
                      <a:lumMod val="85000"/>
                    </a:schemeClr>
                  </a:gs>
                  <a:gs pos="0">
                    <a:schemeClr val="bg1">
                      <a:lumMod val="95000"/>
                    </a:schemeClr>
                  </a:gs>
                  <a:gs pos="55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FFA1BC4B-6EC5-9620-AC6E-FDFACBB7021F}"/>
                  </a:ext>
                </a:extLst>
              </p:cNvPr>
              <p:cNvCxnSpPr>
                <a:cxnSpLocks/>
                <a:stCxn id="67" idx="2"/>
                <a:endCxn id="72" idx="6"/>
              </p:cNvCxnSpPr>
              <p:nvPr/>
            </p:nvCxnSpPr>
            <p:spPr>
              <a:xfrm flipH="1" flipV="1">
                <a:off x="6321728" y="3853999"/>
                <a:ext cx="769065" cy="1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C280039-2C1A-1A90-8B99-EF042147FA91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 flipV="1">
                <a:off x="6735527" y="3183688"/>
                <a:ext cx="760598" cy="1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1B70C81-1EAD-EC9D-FF51-6E0FBD3EE3CF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 flipH="1" flipV="1">
                <a:off x="6735527" y="4506832"/>
                <a:ext cx="760598" cy="1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12F52209-B817-F681-4EB6-78BDDD964C04}"/>
                  </a:ext>
                </a:extLst>
              </p:cNvPr>
              <p:cNvSpPr/>
              <p:nvPr/>
            </p:nvSpPr>
            <p:spPr>
              <a:xfrm>
                <a:off x="6537872" y="2367817"/>
                <a:ext cx="504000" cy="504000"/>
              </a:xfrm>
              <a:prstGeom prst="ellipse">
                <a:avLst/>
              </a:prstGeom>
              <a:gradFill>
                <a:gsLst>
                  <a:gs pos="24000">
                    <a:schemeClr val="bg1">
                      <a:lumMod val="85000"/>
                    </a:schemeClr>
                  </a:gs>
                  <a:gs pos="0">
                    <a:schemeClr val="bg1">
                      <a:lumMod val="95000"/>
                    </a:schemeClr>
                  </a:gs>
                  <a:gs pos="55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E948957-E349-F5CD-58E9-54182680C1B9}"/>
                  </a:ext>
                </a:extLst>
              </p:cNvPr>
              <p:cNvSpPr/>
              <p:nvPr/>
            </p:nvSpPr>
            <p:spPr>
              <a:xfrm>
                <a:off x="5817728" y="3601999"/>
                <a:ext cx="504000" cy="504000"/>
              </a:xfrm>
              <a:prstGeom prst="ellipse">
                <a:avLst/>
              </a:prstGeom>
              <a:gradFill>
                <a:gsLst>
                  <a:gs pos="24000">
                    <a:schemeClr val="bg1">
                      <a:lumMod val="85000"/>
                    </a:schemeClr>
                  </a:gs>
                  <a:gs pos="0">
                    <a:schemeClr val="bg1">
                      <a:lumMod val="95000"/>
                    </a:schemeClr>
                  </a:gs>
                  <a:gs pos="55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CA3C3296-89DB-2A7E-0450-F1F56A0B7F64}"/>
                  </a:ext>
                </a:extLst>
              </p:cNvPr>
              <p:cNvSpPr/>
              <p:nvPr/>
            </p:nvSpPr>
            <p:spPr>
              <a:xfrm flipV="1">
                <a:off x="6537872" y="4806982"/>
                <a:ext cx="504000" cy="504000"/>
              </a:xfrm>
              <a:prstGeom prst="ellipse">
                <a:avLst/>
              </a:prstGeom>
              <a:gradFill>
                <a:gsLst>
                  <a:gs pos="24000">
                    <a:schemeClr val="bg1">
                      <a:lumMod val="85000"/>
                    </a:schemeClr>
                  </a:gs>
                  <a:gs pos="0">
                    <a:schemeClr val="bg1">
                      <a:lumMod val="95000"/>
                    </a:schemeClr>
                  </a:gs>
                  <a:gs pos="55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CC52875-3BFC-4E41-99FD-2FC86CD25D14}"/>
                </a:ext>
              </a:extLst>
            </p:cNvPr>
            <p:cNvGrpSpPr/>
            <p:nvPr/>
          </p:nvGrpSpPr>
          <p:grpSpPr>
            <a:xfrm flipH="1">
              <a:off x="9975501" y="2367817"/>
              <a:ext cx="2099881" cy="2943165"/>
              <a:chOff x="5817728" y="2367817"/>
              <a:chExt cx="2099881" cy="2943165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E7187D0E-FC21-E3F4-62A7-6C3334FB786A}"/>
                  </a:ext>
                </a:extLst>
              </p:cNvPr>
              <p:cNvSpPr/>
              <p:nvPr/>
            </p:nvSpPr>
            <p:spPr>
              <a:xfrm>
                <a:off x="7090793" y="3469279"/>
                <a:ext cx="826816" cy="769441"/>
              </a:xfrm>
              <a:prstGeom prst="ellipse">
                <a:avLst/>
              </a:prstGeom>
              <a:gradFill>
                <a:gsLst>
                  <a:gs pos="24000">
                    <a:schemeClr val="bg1">
                      <a:lumMod val="85000"/>
                    </a:schemeClr>
                  </a:gs>
                  <a:gs pos="0">
                    <a:schemeClr val="bg1">
                      <a:lumMod val="95000"/>
                    </a:schemeClr>
                  </a:gs>
                  <a:gs pos="55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82DB6F93-AC14-F89D-F9A5-09CCA56839BC}"/>
                  </a:ext>
                </a:extLst>
              </p:cNvPr>
              <p:cNvCxnSpPr>
                <a:cxnSpLocks/>
                <a:stCxn id="76" idx="2"/>
                <a:endCxn id="81" idx="6"/>
              </p:cNvCxnSpPr>
              <p:nvPr/>
            </p:nvCxnSpPr>
            <p:spPr>
              <a:xfrm flipH="1" flipV="1">
                <a:off x="6321728" y="3853999"/>
                <a:ext cx="769065" cy="1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A15B9C3-86F6-536D-9094-BB7D6DBC1353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 flipV="1">
                <a:off x="6735527" y="3183688"/>
                <a:ext cx="760598" cy="1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C00FD1D-51FB-78C6-851F-E407B36612D3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 flipH="1" flipV="1">
                <a:off x="6735527" y="4506832"/>
                <a:ext cx="760598" cy="1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0AFE98B4-8623-2020-B05E-AB7885CC7081}"/>
                  </a:ext>
                </a:extLst>
              </p:cNvPr>
              <p:cNvSpPr/>
              <p:nvPr/>
            </p:nvSpPr>
            <p:spPr>
              <a:xfrm>
                <a:off x="6537872" y="2367817"/>
                <a:ext cx="504000" cy="504000"/>
              </a:xfrm>
              <a:prstGeom prst="ellipse">
                <a:avLst/>
              </a:prstGeom>
              <a:gradFill>
                <a:gsLst>
                  <a:gs pos="24000">
                    <a:schemeClr val="bg1">
                      <a:lumMod val="85000"/>
                    </a:schemeClr>
                  </a:gs>
                  <a:gs pos="0">
                    <a:schemeClr val="bg1">
                      <a:lumMod val="95000"/>
                    </a:schemeClr>
                  </a:gs>
                  <a:gs pos="55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5B745343-1E60-8155-3829-A3E2679A7D5C}"/>
                  </a:ext>
                </a:extLst>
              </p:cNvPr>
              <p:cNvSpPr/>
              <p:nvPr/>
            </p:nvSpPr>
            <p:spPr>
              <a:xfrm>
                <a:off x="5817728" y="3601999"/>
                <a:ext cx="504000" cy="504000"/>
              </a:xfrm>
              <a:prstGeom prst="ellipse">
                <a:avLst/>
              </a:prstGeom>
              <a:gradFill>
                <a:gsLst>
                  <a:gs pos="24000">
                    <a:schemeClr val="bg1">
                      <a:lumMod val="85000"/>
                    </a:schemeClr>
                  </a:gs>
                  <a:gs pos="0">
                    <a:schemeClr val="bg1">
                      <a:lumMod val="95000"/>
                    </a:schemeClr>
                  </a:gs>
                  <a:gs pos="55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4047AEBC-9A94-EF8A-AD82-C8ADBFDFC1CC}"/>
                  </a:ext>
                </a:extLst>
              </p:cNvPr>
              <p:cNvSpPr/>
              <p:nvPr/>
            </p:nvSpPr>
            <p:spPr>
              <a:xfrm flipV="1">
                <a:off x="6537872" y="4806982"/>
                <a:ext cx="504000" cy="504000"/>
              </a:xfrm>
              <a:prstGeom prst="ellipse">
                <a:avLst/>
              </a:prstGeom>
              <a:gradFill>
                <a:gsLst>
                  <a:gs pos="24000">
                    <a:schemeClr val="bg1">
                      <a:lumMod val="85000"/>
                    </a:schemeClr>
                  </a:gs>
                  <a:gs pos="0">
                    <a:schemeClr val="bg1">
                      <a:lumMod val="95000"/>
                    </a:schemeClr>
                  </a:gs>
                  <a:gs pos="55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16D0388-D561-9E12-5188-C7588EFF913C}"/>
                </a:ext>
              </a:extLst>
            </p:cNvPr>
            <p:cNvSpPr/>
            <p:nvPr/>
          </p:nvSpPr>
          <p:spPr>
            <a:xfrm>
              <a:off x="9097275" y="3601999"/>
              <a:ext cx="504000" cy="504000"/>
            </a:xfrm>
            <a:prstGeom prst="ellipse">
              <a:avLst/>
            </a:prstGeom>
            <a:gradFill flip="none" rotWithShape="1">
              <a:gsLst>
                <a:gs pos="24000">
                  <a:srgbClr val="EB6363"/>
                </a:gs>
                <a:gs pos="0">
                  <a:srgbClr val="FFC5C5"/>
                </a:gs>
                <a:gs pos="55000">
                  <a:srgbClr val="C00000"/>
                </a:gs>
                <a:gs pos="100000">
                  <a:srgbClr val="C00000"/>
                </a:gs>
              </a:gsLst>
              <a:path path="circle">
                <a:fillToRect l="50000" t="50000" r="50000" b="50000"/>
              </a:path>
              <a:tileRect/>
            </a:gra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4933FD8-02C0-A372-7DA2-B2D0683646B3}"/>
                </a:ext>
              </a:extLst>
            </p:cNvPr>
            <p:cNvCxnSpPr>
              <a:cxnSpLocks/>
              <a:stCxn id="84" idx="2"/>
              <a:endCxn id="67" idx="6"/>
            </p:cNvCxnSpPr>
            <p:nvPr/>
          </p:nvCxnSpPr>
          <p:spPr>
            <a:xfrm flipH="1">
              <a:off x="8723049" y="3853999"/>
              <a:ext cx="374226" cy="1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A5F00CE-A0AE-7EB3-22E5-BB713129C6D5}"/>
                </a:ext>
              </a:extLst>
            </p:cNvPr>
            <p:cNvCxnSpPr>
              <a:cxnSpLocks/>
              <a:stCxn id="76" idx="6"/>
              <a:endCxn id="84" idx="6"/>
            </p:cNvCxnSpPr>
            <p:nvPr/>
          </p:nvCxnSpPr>
          <p:spPr>
            <a:xfrm flipH="1" flipV="1">
              <a:off x="9601275" y="3853999"/>
              <a:ext cx="374226" cy="1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46D1636-9BD8-43E5-E049-237F020492B1}"/>
                </a:ext>
              </a:extLst>
            </p:cNvPr>
            <p:cNvCxnSpPr>
              <a:cxnSpLocks/>
              <a:endCxn id="84" idx="4"/>
            </p:cNvCxnSpPr>
            <p:nvPr/>
          </p:nvCxnSpPr>
          <p:spPr>
            <a:xfrm flipV="1">
              <a:off x="9349275" y="4105999"/>
              <a:ext cx="0" cy="64398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DC677EE-9105-2E8F-89ED-4C6BCE7183CC}"/>
                </a:ext>
              </a:extLst>
            </p:cNvPr>
            <p:cNvSpPr txBox="1"/>
            <p:nvPr/>
          </p:nvSpPr>
          <p:spPr>
            <a:xfrm>
              <a:off x="8417406" y="4756540"/>
              <a:ext cx="18635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ll Sans Nova" panose="020B0602020104020203" pitchFamily="34" charset="0"/>
                  <a:cs typeface="Arial" panose="020B0604020202020204" pitchFamily="34" charset="0"/>
                </a:rPr>
                <a:t>Highest BC</a:t>
              </a:r>
            </a:p>
          </p:txBody>
        </p:sp>
      </p:grpSp>
      <p:sp>
        <p:nvSpPr>
          <p:cNvPr id="104" name="Oval 103">
            <a:extLst>
              <a:ext uri="{FF2B5EF4-FFF2-40B4-BE49-F238E27FC236}">
                <a16:creationId xmlns:a16="http://schemas.microsoft.com/office/drawing/2014/main" id="{39E6BA32-F6DA-3883-FCAF-3DFE3C878FCB}"/>
              </a:ext>
            </a:extLst>
          </p:cNvPr>
          <p:cNvSpPr/>
          <p:nvPr/>
        </p:nvSpPr>
        <p:spPr>
          <a:xfrm>
            <a:off x="14212722" y="3469279"/>
            <a:ext cx="826816" cy="769441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3DC2568-2AB4-FE5F-9D6A-4B7DFF8B8D8C}"/>
              </a:ext>
            </a:extLst>
          </p:cNvPr>
          <p:cNvCxnSpPr>
            <a:cxnSpLocks/>
            <a:stCxn id="104" idx="2"/>
            <a:endCxn id="112" idx="6"/>
          </p:cNvCxnSpPr>
          <p:nvPr/>
        </p:nvCxnSpPr>
        <p:spPr>
          <a:xfrm flipH="1" flipV="1">
            <a:off x="13443657" y="3853999"/>
            <a:ext cx="769065" cy="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2E61356-1299-CDCC-E47F-A08BD0B20DE1}"/>
              </a:ext>
            </a:extLst>
          </p:cNvPr>
          <p:cNvCxnSpPr>
            <a:cxnSpLocks/>
          </p:cNvCxnSpPr>
          <p:nvPr/>
        </p:nvCxnSpPr>
        <p:spPr>
          <a:xfrm rot="3600000" flipH="1" flipV="1">
            <a:off x="13857456" y="3183688"/>
            <a:ext cx="760598" cy="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78CA981-D683-60CD-32A0-FA4BC5A3ED72}"/>
              </a:ext>
            </a:extLst>
          </p:cNvPr>
          <p:cNvCxnSpPr>
            <a:cxnSpLocks/>
            <a:stCxn id="104" idx="7"/>
            <a:endCxn id="111" idx="3"/>
          </p:cNvCxnSpPr>
          <p:nvPr/>
        </p:nvCxnSpPr>
        <p:spPr>
          <a:xfrm flipV="1">
            <a:off x="14918454" y="3210721"/>
            <a:ext cx="260531" cy="37124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EE6D008-AE86-CAE1-CE9D-6187CE3447FB}"/>
              </a:ext>
            </a:extLst>
          </p:cNvPr>
          <p:cNvCxnSpPr>
            <a:cxnSpLocks/>
          </p:cNvCxnSpPr>
          <p:nvPr/>
        </p:nvCxnSpPr>
        <p:spPr>
          <a:xfrm rot="7200000" flipH="1" flipV="1">
            <a:off x="13857456" y="4506832"/>
            <a:ext cx="760598" cy="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07EC897-3451-C2BE-418E-C725B0D8873E}"/>
              </a:ext>
            </a:extLst>
          </p:cNvPr>
          <p:cNvCxnSpPr>
            <a:cxnSpLocks/>
            <a:stCxn id="114" idx="3"/>
            <a:endCxn id="104" idx="5"/>
          </p:cNvCxnSpPr>
          <p:nvPr/>
        </p:nvCxnSpPr>
        <p:spPr>
          <a:xfrm flipH="1" flipV="1">
            <a:off x="14918454" y="4126038"/>
            <a:ext cx="260531" cy="29424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>
            <a:extLst>
              <a:ext uri="{FF2B5EF4-FFF2-40B4-BE49-F238E27FC236}">
                <a16:creationId xmlns:a16="http://schemas.microsoft.com/office/drawing/2014/main" id="{3BE4080D-DE1B-1ED3-5F0C-DCB4D58BB4E1}"/>
              </a:ext>
            </a:extLst>
          </p:cNvPr>
          <p:cNvSpPr/>
          <p:nvPr/>
        </p:nvSpPr>
        <p:spPr>
          <a:xfrm>
            <a:off x="13659801" y="2367817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F18BCCE3-3025-02ED-EA35-214450E66764}"/>
              </a:ext>
            </a:extLst>
          </p:cNvPr>
          <p:cNvSpPr/>
          <p:nvPr/>
        </p:nvSpPr>
        <p:spPr>
          <a:xfrm>
            <a:off x="15105176" y="2780530"/>
            <a:ext cx="504000" cy="504000"/>
          </a:xfrm>
          <a:prstGeom prst="ellipse">
            <a:avLst/>
          </a:prstGeom>
          <a:gradFill flip="none" rotWithShape="1">
            <a:gsLst>
              <a:gs pos="24000">
                <a:srgbClr val="EB6363"/>
              </a:gs>
              <a:gs pos="0">
                <a:srgbClr val="FFC5C5"/>
              </a:gs>
              <a:gs pos="55000">
                <a:srgbClr val="C00000"/>
              </a:gs>
              <a:gs pos="100000">
                <a:srgbClr val="C00000"/>
              </a:gs>
            </a:gsLst>
            <a:path path="circle">
              <a:fillToRect l="50000" t="50000" r="50000" b="50000"/>
            </a:path>
            <a:tileRect/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E4BF2D2-DCB4-9B95-2AB0-661A2045257E}"/>
              </a:ext>
            </a:extLst>
          </p:cNvPr>
          <p:cNvSpPr/>
          <p:nvPr/>
        </p:nvSpPr>
        <p:spPr>
          <a:xfrm>
            <a:off x="12939657" y="3601999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C7D08CB-25B7-34B3-597D-FA2E169D90E8}"/>
              </a:ext>
            </a:extLst>
          </p:cNvPr>
          <p:cNvSpPr/>
          <p:nvPr/>
        </p:nvSpPr>
        <p:spPr>
          <a:xfrm flipV="1">
            <a:off x="13659801" y="4806982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9D0EE44C-FFEF-9273-F7C3-D5606F1739A6}"/>
              </a:ext>
            </a:extLst>
          </p:cNvPr>
          <p:cNvSpPr/>
          <p:nvPr/>
        </p:nvSpPr>
        <p:spPr>
          <a:xfrm flipV="1">
            <a:off x="15105176" y="4346470"/>
            <a:ext cx="504000" cy="504000"/>
          </a:xfrm>
          <a:prstGeom prst="ellipse">
            <a:avLst/>
          </a:prstGeom>
          <a:gradFill flip="none" rotWithShape="1">
            <a:gsLst>
              <a:gs pos="24000">
                <a:srgbClr val="EB6363"/>
              </a:gs>
              <a:gs pos="0">
                <a:srgbClr val="FFC5C5"/>
              </a:gs>
              <a:gs pos="55000">
                <a:srgbClr val="C00000"/>
              </a:gs>
              <a:gs pos="100000">
                <a:srgbClr val="C00000"/>
              </a:gs>
            </a:gsLst>
            <a:path path="circle">
              <a:fillToRect l="50000" t="50000" r="50000" b="50000"/>
            </a:path>
            <a:tileRect/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A0C21F9A-ACC9-687A-7DAB-864785ED0237}"/>
              </a:ext>
            </a:extLst>
          </p:cNvPr>
          <p:cNvSpPr/>
          <p:nvPr/>
        </p:nvSpPr>
        <p:spPr>
          <a:xfrm>
            <a:off x="15744459" y="3601999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FDE2F84D-457D-B857-C8A2-96D9D49F5258}"/>
              </a:ext>
            </a:extLst>
          </p:cNvPr>
          <p:cNvSpPr/>
          <p:nvPr/>
        </p:nvSpPr>
        <p:spPr>
          <a:xfrm>
            <a:off x="16701380" y="3601999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D40E7D22-B5EB-471D-6887-A9E2C2B4D793}"/>
              </a:ext>
            </a:extLst>
          </p:cNvPr>
          <p:cNvSpPr/>
          <p:nvPr/>
        </p:nvSpPr>
        <p:spPr>
          <a:xfrm>
            <a:off x="17324546" y="2854339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A1B0C5B6-E656-052D-6822-A05D04093939}"/>
              </a:ext>
            </a:extLst>
          </p:cNvPr>
          <p:cNvSpPr/>
          <p:nvPr/>
        </p:nvSpPr>
        <p:spPr>
          <a:xfrm>
            <a:off x="17324546" y="4338596"/>
            <a:ext cx="504000" cy="504000"/>
          </a:xfrm>
          <a:prstGeom prst="ellipse">
            <a:avLst/>
          </a:prstGeom>
          <a:gradFill>
            <a:gsLst>
              <a:gs pos="24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  <a:gs pos="55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path path="circle">
              <a:fillToRect l="50000" t="50000" r="50000" b="50000"/>
            </a:path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498D197-E93C-DF63-243E-C04C2318463E}"/>
              </a:ext>
            </a:extLst>
          </p:cNvPr>
          <p:cNvCxnSpPr>
            <a:cxnSpLocks/>
            <a:stCxn id="114" idx="1"/>
            <a:endCxn id="113" idx="6"/>
          </p:cNvCxnSpPr>
          <p:nvPr/>
        </p:nvCxnSpPr>
        <p:spPr>
          <a:xfrm flipH="1">
            <a:off x="14163801" y="4776661"/>
            <a:ext cx="1015184" cy="28232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315774E-2184-2A54-742B-471A17DE74FA}"/>
              </a:ext>
            </a:extLst>
          </p:cNvPr>
          <p:cNvCxnSpPr>
            <a:cxnSpLocks/>
            <a:stCxn id="111" idx="1"/>
            <a:endCxn id="110" idx="6"/>
          </p:cNvCxnSpPr>
          <p:nvPr/>
        </p:nvCxnSpPr>
        <p:spPr>
          <a:xfrm flipH="1" flipV="1">
            <a:off x="14163801" y="2619817"/>
            <a:ext cx="1015184" cy="234522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F73E020E-75BD-BEEB-5C45-7D76C5EFD695}"/>
              </a:ext>
            </a:extLst>
          </p:cNvPr>
          <p:cNvCxnSpPr>
            <a:cxnSpLocks/>
            <a:stCxn id="117" idx="1"/>
            <a:endCxn id="111" idx="5"/>
          </p:cNvCxnSpPr>
          <p:nvPr/>
        </p:nvCxnSpPr>
        <p:spPr>
          <a:xfrm flipH="1" flipV="1">
            <a:off x="15535367" y="3210721"/>
            <a:ext cx="282901" cy="46508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82ED90-AF44-628D-FB86-8C295F74A8D5}"/>
              </a:ext>
            </a:extLst>
          </p:cNvPr>
          <p:cNvCxnSpPr>
            <a:cxnSpLocks/>
            <a:stCxn id="117" idx="3"/>
            <a:endCxn id="114" idx="5"/>
          </p:cNvCxnSpPr>
          <p:nvPr/>
        </p:nvCxnSpPr>
        <p:spPr>
          <a:xfrm flipH="1">
            <a:off x="15535367" y="4032190"/>
            <a:ext cx="282901" cy="388089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DA3BE22-1518-0E3D-DF91-5B1DA3633B29}"/>
              </a:ext>
            </a:extLst>
          </p:cNvPr>
          <p:cNvCxnSpPr>
            <a:cxnSpLocks/>
            <a:stCxn id="118" idx="2"/>
            <a:endCxn id="117" idx="6"/>
          </p:cNvCxnSpPr>
          <p:nvPr/>
        </p:nvCxnSpPr>
        <p:spPr>
          <a:xfrm flipH="1">
            <a:off x="16248459" y="3853999"/>
            <a:ext cx="452921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157C1E0-D13F-4B5B-D709-40085E621A80}"/>
              </a:ext>
            </a:extLst>
          </p:cNvPr>
          <p:cNvCxnSpPr>
            <a:cxnSpLocks/>
            <a:stCxn id="119" idx="3"/>
            <a:endCxn id="118" idx="7"/>
          </p:cNvCxnSpPr>
          <p:nvPr/>
        </p:nvCxnSpPr>
        <p:spPr>
          <a:xfrm flipH="1">
            <a:off x="17131571" y="3284530"/>
            <a:ext cx="266784" cy="39127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9304D6A-5FF8-D895-A051-ED5AD354503C}"/>
              </a:ext>
            </a:extLst>
          </p:cNvPr>
          <p:cNvCxnSpPr>
            <a:cxnSpLocks/>
            <a:stCxn id="120" idx="1"/>
            <a:endCxn id="118" idx="5"/>
          </p:cNvCxnSpPr>
          <p:nvPr/>
        </p:nvCxnSpPr>
        <p:spPr>
          <a:xfrm flipH="1" flipV="1">
            <a:off x="17131571" y="4032190"/>
            <a:ext cx="266784" cy="38021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A1FE2234-E3B7-87F5-9C23-99612CB9B27C}"/>
              </a:ext>
            </a:extLst>
          </p:cNvPr>
          <p:cNvCxnSpPr>
            <a:cxnSpLocks/>
          </p:cNvCxnSpPr>
          <p:nvPr/>
        </p:nvCxnSpPr>
        <p:spPr>
          <a:xfrm flipH="1" flipV="1">
            <a:off x="15533586" y="4762858"/>
            <a:ext cx="400597" cy="401892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869540C6-325E-8775-B611-A4CCA781B6BD}"/>
              </a:ext>
            </a:extLst>
          </p:cNvPr>
          <p:cNvSpPr txBox="1"/>
          <p:nvPr/>
        </p:nvSpPr>
        <p:spPr>
          <a:xfrm>
            <a:off x="14918454" y="5164750"/>
            <a:ext cx="195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Nova" panose="020B0602020104020203" pitchFamily="34" charset="0"/>
                <a:cs typeface="Arial" panose="020B0604020202020204" pitchFamily="34" charset="0"/>
              </a:rPr>
              <a:t>Highest CC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2F5465F7-C762-637E-97F5-01814A80A4B4}"/>
              </a:ext>
            </a:extLst>
          </p:cNvPr>
          <p:cNvCxnSpPr>
            <a:cxnSpLocks/>
            <a:endCxn id="111" idx="4"/>
          </p:cNvCxnSpPr>
          <p:nvPr/>
        </p:nvCxnSpPr>
        <p:spPr>
          <a:xfrm flipH="1" flipV="1">
            <a:off x="15357176" y="3284530"/>
            <a:ext cx="605680" cy="188022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489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12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Gill Sans Nova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Tee</dc:creator>
  <cp:lastModifiedBy>Benjamin Tee</cp:lastModifiedBy>
  <cp:revision>2</cp:revision>
  <dcterms:created xsi:type="dcterms:W3CDTF">2026-08-21T12:08:24Z</dcterms:created>
  <dcterms:modified xsi:type="dcterms:W3CDTF">2026-08-21T14:02:40Z</dcterms:modified>
</cp:coreProperties>
</file>